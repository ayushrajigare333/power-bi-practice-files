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0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623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06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118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45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347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769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148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457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24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46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393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759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8A0979-148A-C4B2-92DF-E76674CCE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3C21C-B918-9953-AB2A-E3484E116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14B1D4-9C91-20E3-B292-65ADDD72F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10" r="14179"/>
          <a:stretch>
            <a:fillRect/>
          </a:stretch>
        </p:blipFill>
        <p:spPr>
          <a:xfrm>
            <a:off x="1" y="11"/>
            <a:ext cx="4876799" cy="44195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5579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135429-E24D-6ED4-6E24-99F5E33617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21" y="655865"/>
            <a:ext cx="4762500" cy="47625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938ADF4-FD7F-E860-F019-34E6483D3B70}"/>
              </a:ext>
            </a:extLst>
          </p:cNvPr>
          <p:cNvSpPr/>
          <p:nvPr/>
        </p:nvSpPr>
        <p:spPr>
          <a:xfrm>
            <a:off x="6738257" y="2394857"/>
            <a:ext cx="2569029" cy="1676400"/>
          </a:xfrm>
          <a:prstGeom prst="rect">
            <a:avLst/>
          </a:prstGeom>
          <a:solidFill>
            <a:srgbClr val="0060A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29043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Calisto MT</vt:lpstr>
      <vt:lpstr>Univers Condensed</vt:lpstr>
      <vt:lpstr>ChronicleVTI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 Rajigare</dc:creator>
  <cp:lastModifiedBy>Ayush Rajigare</cp:lastModifiedBy>
  <cp:revision>1</cp:revision>
  <dcterms:created xsi:type="dcterms:W3CDTF">2026-02-25T12:18:56Z</dcterms:created>
  <dcterms:modified xsi:type="dcterms:W3CDTF">2026-02-25T13:53:43Z</dcterms:modified>
</cp:coreProperties>
</file>